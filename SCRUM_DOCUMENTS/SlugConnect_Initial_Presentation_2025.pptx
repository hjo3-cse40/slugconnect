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617bd34a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8617bd34a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617bd34a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617bd34a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617bd34a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617bd34a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617bd34a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617bd34a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617bd34a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617bd34a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617bd34a5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617bd34a5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617bd34a5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617bd34a5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617bd34a5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617bd34a5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617bd34a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617bd34a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617bd34a5_4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617bd34a5_4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241900"/>
            <a:ext cx="8520600" cy="10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SlugConnect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0449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Elian Moreno (Product Owner)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 Jo (Scrum Master),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Tyler Weng,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Dean McCulloh,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Neha Hingorani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2100" y="61088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0" y="45339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Project Scope</a:t>
            </a:r>
            <a:r>
              <a:rPr lang="en"/>
              <a:t> 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Problem Addressed: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It’s often difficult for new students to find </a:t>
            </a:r>
            <a:r>
              <a:rPr lang="en">
                <a:solidFill>
                  <a:schemeClr val="dk1"/>
                </a:solidFill>
              </a:rPr>
              <a:t>other students who</a:t>
            </a:r>
            <a:r>
              <a:rPr lang="en">
                <a:solidFill>
                  <a:schemeClr val="dk1"/>
                </a:solidFill>
              </a:rPr>
              <a:t> share similar interests.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We want to make it easier for both new and continuing students to connect with other students who have share the same interests.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Main Goals: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Create a user profile and select your interests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Give UCSC students the opportunity to connect with other UCSC students who have similar interests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2100" y="61088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0" y="45339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Sprint 1</a:t>
            </a:r>
            <a:r>
              <a:rPr lang="en"/>
              <a:t> 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905000"/>
            <a:ext cx="4826700" cy="26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-31242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300">
                <a:solidFill>
                  <a:schemeClr val="dk1"/>
                </a:solidFill>
              </a:rPr>
              <a:t>User stories</a:t>
            </a:r>
            <a:endParaRPr sz="3300">
              <a:solidFill>
                <a:schemeClr val="dk1"/>
              </a:solidFill>
            </a:endParaRPr>
          </a:p>
          <a:p>
            <a:pPr indent="-31241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3300">
                <a:solidFill>
                  <a:schemeClr val="dk1"/>
                </a:solidFill>
              </a:rPr>
              <a:t>ACCOUNT</a:t>
            </a:r>
            <a:endParaRPr sz="3300">
              <a:solidFill>
                <a:schemeClr val="dk1"/>
              </a:solidFill>
            </a:endParaRPr>
          </a:p>
          <a:p>
            <a:pPr indent="-312419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3300">
                <a:solidFill>
                  <a:schemeClr val="dk1"/>
                </a:solidFill>
              </a:rPr>
              <a:t>As a new student, I can create an account using my @ucsc.edu email so that only UCSC students can join</a:t>
            </a:r>
            <a:endParaRPr sz="3300">
              <a:solidFill>
                <a:schemeClr val="dk1"/>
              </a:solidFill>
            </a:endParaRPr>
          </a:p>
          <a:p>
            <a:pPr indent="-312419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3300">
                <a:solidFill>
                  <a:schemeClr val="dk1"/>
                </a:solidFill>
              </a:rPr>
              <a:t>As a returning user, I can log in securely so my profile data is saved</a:t>
            </a:r>
            <a:endParaRPr sz="3300">
              <a:solidFill>
                <a:schemeClr val="dk1"/>
              </a:solidFill>
            </a:endParaRPr>
          </a:p>
          <a:p>
            <a:pPr indent="-31241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3300">
                <a:solidFill>
                  <a:schemeClr val="dk1"/>
                </a:solidFill>
              </a:rPr>
              <a:t>AUTHENTICATION </a:t>
            </a:r>
            <a:endParaRPr sz="3300">
              <a:solidFill>
                <a:schemeClr val="dk1"/>
              </a:solidFill>
            </a:endParaRPr>
          </a:p>
          <a:p>
            <a:pPr indent="-312419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3300">
                <a:solidFill>
                  <a:schemeClr val="dk1"/>
                </a:solidFill>
              </a:rPr>
              <a:t>As a user I want to ensure that I am connecting with other UCSC students </a:t>
            </a:r>
            <a:endParaRPr sz="33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2100" y="61088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4896975" y="1905000"/>
            <a:ext cx="4135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Spikes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Learn about user authentication (@ucsc)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Learn about setting up user profiles and saving their </a:t>
            </a:r>
            <a:r>
              <a:rPr lang="en" sz="1350">
                <a:solidFill>
                  <a:schemeClr val="dk1"/>
                </a:solidFill>
              </a:rPr>
              <a:t>information</a:t>
            </a:r>
            <a:r>
              <a:rPr lang="en" sz="1350">
                <a:solidFill>
                  <a:schemeClr val="dk1"/>
                </a:solidFill>
              </a:rPr>
              <a:t> 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Learn about signing up and logging in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0" y="45339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896975" y="3628150"/>
            <a:ext cx="3693900" cy="10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Infrastructure Tasks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Set up development </a:t>
            </a:r>
            <a:r>
              <a:rPr lang="en" sz="1350">
                <a:solidFill>
                  <a:schemeClr val="dk1"/>
                </a:solidFill>
              </a:rPr>
              <a:t>environment</a:t>
            </a:r>
            <a:r>
              <a:rPr lang="en" sz="1350">
                <a:solidFill>
                  <a:schemeClr val="dk1"/>
                </a:solidFill>
              </a:rPr>
              <a:t> 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Gather tools needed for project 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11700" y="1093800"/>
            <a:ext cx="87702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Main Goal: Stand up project infrastructure and allow UCSC students to sign up or log in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Sprint 2</a:t>
            </a:r>
            <a:r>
              <a:rPr lang="en"/>
              <a:t> 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867500"/>
            <a:ext cx="4622700" cy="19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User Stories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PROFILE</a:t>
            </a:r>
            <a:endParaRPr sz="1350">
              <a:solidFill>
                <a:schemeClr val="dk1"/>
              </a:solidFill>
            </a:endParaRPr>
          </a:p>
          <a:p>
            <a:pPr indent="-314325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■"/>
            </a:pPr>
            <a:r>
              <a:rPr lang="en" sz="1350">
                <a:solidFill>
                  <a:schemeClr val="dk1"/>
                </a:solidFill>
              </a:rPr>
              <a:t>As a user, I need to be able to update my </a:t>
            </a:r>
            <a:r>
              <a:rPr lang="en" sz="1350">
                <a:solidFill>
                  <a:schemeClr val="dk1"/>
                </a:solidFill>
              </a:rPr>
              <a:t>profile</a:t>
            </a:r>
            <a:r>
              <a:rPr lang="en" sz="1350">
                <a:solidFill>
                  <a:schemeClr val="dk1"/>
                </a:solidFill>
              </a:rPr>
              <a:t> so that I can find others with similar interests (or majors or graduation year)</a:t>
            </a:r>
            <a:endParaRPr sz="1350">
              <a:solidFill>
                <a:schemeClr val="dk1"/>
              </a:solidFill>
            </a:endParaRPr>
          </a:p>
          <a:p>
            <a:pPr indent="-314325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■"/>
            </a:pPr>
            <a:r>
              <a:rPr lang="en" sz="1350">
                <a:solidFill>
                  <a:schemeClr val="dk1"/>
                </a:solidFill>
              </a:rPr>
              <a:t>As a user, I need to be able to view other user’s profiles so that I can find others with common interests</a:t>
            </a:r>
            <a:endParaRPr sz="1350">
              <a:solidFill>
                <a:schemeClr val="dk1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2100" y="61088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0" y="45339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765475" y="1867488"/>
            <a:ext cx="42555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Spikes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Saving user information to the database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Handle visiting other students profiles 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Research on how to handle </a:t>
            </a:r>
            <a:r>
              <a:rPr lang="en" sz="1350">
                <a:solidFill>
                  <a:schemeClr val="dk1"/>
                </a:solidFill>
              </a:rPr>
              <a:t>sorting interests</a:t>
            </a:r>
            <a:r>
              <a:rPr lang="en" sz="1350">
                <a:solidFill>
                  <a:schemeClr val="dk1"/>
                </a:solidFill>
              </a:rPr>
              <a:t> (tags, categories, etc.)</a:t>
            </a:r>
            <a:endParaRPr sz="135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311700" y="1017725"/>
            <a:ext cx="803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Main Goal: Allow users to fill out their profiles and view other user’s profiles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Sprint 3 </a:t>
            </a:r>
            <a:endParaRPr b="1"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207325" y="1117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Main Goal: People can view suggested matches with groups sharing </a:t>
            </a:r>
            <a:r>
              <a:rPr lang="en">
                <a:solidFill>
                  <a:schemeClr val="dk1"/>
                </a:solidFill>
              </a:rPr>
              <a:t>their</a:t>
            </a:r>
            <a:r>
              <a:rPr lang="en">
                <a:solidFill>
                  <a:schemeClr val="dk1"/>
                </a:solidFill>
              </a:rPr>
              <a:t> interests, and connect with others through the platform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2100" y="61088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/>
          <p:nvPr/>
        </p:nvSpPr>
        <p:spPr>
          <a:xfrm>
            <a:off x="0" y="45339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89975" y="2132750"/>
            <a:ext cx="4661400" cy="1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User stories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As a user, I need to be able to see recommended students who share my interests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As a user, I need to be able to send connection requests to other users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As a user, I need to be able to accept or </a:t>
            </a:r>
            <a:r>
              <a:rPr lang="en" sz="1350">
                <a:solidFill>
                  <a:schemeClr val="dk1"/>
                </a:solidFill>
              </a:rPr>
              <a:t>reject</a:t>
            </a:r>
            <a:r>
              <a:rPr lang="en" sz="1350">
                <a:solidFill>
                  <a:schemeClr val="dk1"/>
                </a:solidFill>
              </a:rPr>
              <a:t> connection requests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4945675" y="2111250"/>
            <a:ext cx="37824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Spikes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Building </a:t>
            </a:r>
            <a:r>
              <a:rPr lang="en" sz="1350">
                <a:solidFill>
                  <a:schemeClr val="dk1"/>
                </a:solidFill>
              </a:rPr>
              <a:t>recommendation</a:t>
            </a:r>
            <a:r>
              <a:rPr lang="en" sz="1350">
                <a:solidFill>
                  <a:schemeClr val="dk1"/>
                </a:solidFill>
              </a:rPr>
              <a:t> system from shared interests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Learning how to implement a system that handles friend requests and creates friend lists</a:t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Sprint 4</a:t>
            </a:r>
            <a:r>
              <a:rPr lang="en"/>
              <a:t> 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152475"/>
            <a:ext cx="85206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Main Goal: Manage interactions between </a:t>
            </a:r>
            <a:r>
              <a:rPr lang="en">
                <a:solidFill>
                  <a:schemeClr val="dk1"/>
                </a:solidFill>
              </a:rPr>
              <a:t>users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2100" y="61088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/>
          <p:nvPr/>
        </p:nvSpPr>
        <p:spPr>
          <a:xfrm>
            <a:off x="0" y="45339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311700" y="1762075"/>
            <a:ext cx="4575900" cy="1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User stories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As a connected user, I need to be able to message my connections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As a user, I need to be able to report or block other users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As a user, I need to be able to join groups that I am interested in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2"/>
              </a:solidFill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4703700" y="1809625"/>
            <a:ext cx="3953400" cy="16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Spikes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Learn how to set up messaging between users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Learn how to save messages long term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Creating a deeper system for interactions, (messaging groups, blocking people)</a:t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Architecture </a:t>
            </a:r>
            <a:endParaRPr b="1"/>
          </a:p>
        </p:txBody>
      </p:sp>
      <p:pic>
        <p:nvPicPr>
          <p:cNvPr id="112" name="Google Shape;1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2100" y="61088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/>
          <p:nvPr/>
        </p:nvSpPr>
        <p:spPr>
          <a:xfrm>
            <a:off x="0" y="45339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6563" y="1076125"/>
            <a:ext cx="5350877" cy="339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Technologies (Tech Stack) </a:t>
            </a:r>
            <a:endParaRPr b="1"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11700" y="106761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Front End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React, Next.js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Back End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Node + Express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Database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PostgreSQL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Authentication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Supabase Auth (token based authentication system)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Group/Collab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Github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Discord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1" name="Google Shape;1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2100" y="61088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/>
          <p:nvPr/>
        </p:nvSpPr>
        <p:spPr>
          <a:xfrm>
            <a:off x="0" y="45339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Challenges/Risks</a:t>
            </a:r>
            <a:r>
              <a:rPr lang="en"/>
              <a:t> </a:t>
            </a:r>
            <a:endParaRPr/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1. Technical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Ensuring smooth integration between frontend, backend, and database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Maintaining data security and user privacy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Handling scalability and performance as users increase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2. Design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Creating an intuitive, user-friendly interface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Avoiding feature overload early 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Ensuring accessibility across different devices and users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3. Project Management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Meeting deadlines within limited time and resources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Keeping clear communication and task distribution in the team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Maintaining focus on MVP goals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2100" y="61088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/>
          <p:nvPr/>
        </p:nvSpPr>
        <p:spPr>
          <a:xfrm>
            <a:off x="0" y="45339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Minimal Viable Product </a:t>
            </a:r>
            <a:endParaRPr b="1"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Goal: To </a:t>
            </a:r>
            <a:r>
              <a:rPr b="1" lang="en" sz="1100">
                <a:solidFill>
                  <a:schemeClr val="dk1"/>
                </a:solidFill>
              </a:rPr>
              <a:t>demonstrate that students can successfully connect based on shared interests</a:t>
            </a:r>
            <a:r>
              <a:rPr lang="en" sz="1100">
                <a:solidFill>
                  <a:schemeClr val="dk1"/>
                </a:solidFill>
              </a:rPr>
              <a:t> using a simple web interface. The MVP should prove that there is engagement and that the interest-based connection system is valuable to the UCSC community.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Expected User Experience: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User logs in with UCSC email.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Fills out profile (major, year, interests).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Gets recommendations for people or groups.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Joins a few interest groups (i.e., “ Soccer Club”).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Sends a connection request or message to another user.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Attends an event shared in a group.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2100" y="61088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/>
          <p:nvPr/>
        </p:nvSpPr>
        <p:spPr>
          <a:xfrm>
            <a:off x="0" y="45339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ctrTitle"/>
          </p:nvPr>
        </p:nvSpPr>
        <p:spPr>
          <a:xfrm>
            <a:off x="311700" y="1805025"/>
            <a:ext cx="8520600" cy="10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Thank you! </a:t>
            </a:r>
            <a:endParaRPr b="1"/>
          </a:p>
        </p:txBody>
      </p:sp>
      <p:pic>
        <p:nvPicPr>
          <p:cNvPr id="144" name="Google Shape;1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2100" y="61088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/>
          <p:nvPr/>
        </p:nvSpPr>
        <p:spPr>
          <a:xfrm>
            <a:off x="0" y="45339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